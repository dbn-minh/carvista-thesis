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69ed0aaf64463" /><Relationship Type="http://schemas.openxmlformats.org/officeDocument/2006/relationships/extended-properties" Target="/docProps/app.xml" Id="R1ed487ab900740ca" /><Relationship Type="http://schemas.openxmlformats.org/officeDocument/2006/relationships/officeDocument" Target="/ppt/presentation.xml" Id="Rbd4c0fb17920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4f52837604284"/>
  </p:sldMasterIdLst>
  <p:notesMasterIdLst>
    <p:notesMasterId xmlns:r="http://schemas.openxmlformats.org/officeDocument/2006/relationships" r:id="R46b921ef5e834663"/>
  </p:notesMasterIdLst>
  <p:sldIdLst>
    <p:sldId xmlns:r="http://schemas.openxmlformats.org/officeDocument/2006/relationships" id="256" r:id="R47e60d0aeb3c467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4f52837604284" /><Relationship Type="http://schemas.openxmlformats.org/officeDocument/2006/relationships/theme" Target="/ppt/theme/theme1.xml" Id="R9f55ce028d494aef" /><Relationship Type="http://schemas.openxmlformats.org/officeDocument/2006/relationships/notesMaster" Target="/ppt/notesMasters/notesMaster1.xml" Id="R46b921ef5e834663" /><Relationship Type="http://schemas.openxmlformats.org/officeDocument/2006/relationships/presProps" Target="/ppt/presProps.xml" Id="R563c951932c543ee" /><Relationship Type="http://schemas.openxmlformats.org/officeDocument/2006/relationships/viewProps" Target="/ppt/viewProps.xml" Id="Ra2987fb2e06c48e3" /><Relationship Type="http://schemas.openxmlformats.org/officeDocument/2006/relationships/tableStyles" Target="/ppt/tableStyles.xml" Id="Ra5083451e7174ed1" /><Relationship Type="http://schemas.openxmlformats.org/officeDocument/2006/relationships/slide" Target="/ppt/slides/slide1.xml" Id="R47e60d0aeb3c46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e11b2e875b41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7e8160dc04567" /><Relationship Type="http://schemas.openxmlformats.org/officeDocument/2006/relationships/notesMaster" Target="/ppt/notesMasters/notesMaster1.xml" Id="R1503e6878083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0c15b3788436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28b422e09f04bcc" /><Relationship Type="http://schemas.openxmlformats.org/officeDocument/2006/relationships/slideLayout" Target="/ppt/slideLayouts/slideLayout2.xml" Id="R5c5fa7da7ec1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fa7da7ec1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499dec3254bba" /><Relationship Type="http://schemas.openxmlformats.org/officeDocument/2006/relationships/notesSlide" Target="/ppt/notesSlides/notesSlide1.xml" Id="R3e74dd29fa9041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">
            <a:extLst xmlns:a="http://schemas.openxmlformats.org/drawingml/2006/main">
              <a:ext uri="{FF2B5EF4-FFF2-40B4-BE49-F238E27FC236}">
                <a16:creationId xmlns:a16="http://schemas.microsoft.com/office/drawing/2014/main" id="{4C1015FD-25F4-4DC2-BADA-308E3FD0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32194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F172A"/>
                </a:solidFill>
              </a:defRPr>
            </a:pPr>
            <a:r>
              <a:rPr sz="5400" b="1">
                <a:solidFill>
                  <a:srgbClr val="0F172A"/>
                </a:solidFill>
              </a:rPr>
              <a:t>Test import</a:t>
            </a:r>
          </a:p>
        </p:txBody>
      </p:sp>
    </p:spTree>
    <p:extLst>
      <p:ext uri="{BB962C8B-B14F-4D97-AF65-F5344CB8AC3E}">
        <p14:creationId xmlns:p14="http://schemas.microsoft.com/office/powerpoint/2010/main" val="1108347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2026-05-13T13:17:12.6670000Z</dcterms:created>
  <dcterms:modified xsi:type="dcterms:W3CDTF">2026-05-13T13:17:12.6670000Z</dcterms:modified>
</coreProperties>
</file>