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d1fa9d5a44913" /><Relationship Type="http://schemas.openxmlformats.org/officeDocument/2006/relationships/extended-properties" Target="/docProps/app.xml" Id="Re42a3bcad8984361" /><Relationship Type="http://schemas.openxmlformats.org/officeDocument/2006/relationships/officeDocument" Target="/ppt/presentation.xml" Id="R02c400cbaf5146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bf63db1674473"/>
  </p:sldMasterIdLst>
  <p:notesMasterIdLst>
    <p:notesMasterId xmlns:r="http://schemas.openxmlformats.org/officeDocument/2006/relationships" r:id="Rbbe155d7713244f7"/>
  </p:notesMasterIdLst>
  <p:sldIdLst>
    <p:sldId xmlns:r="http://schemas.openxmlformats.org/officeDocument/2006/relationships" id="256" r:id="Rf10502b8cad44f9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bf63db1674473" /><Relationship Type="http://schemas.openxmlformats.org/officeDocument/2006/relationships/theme" Target="/ppt/theme/theme1.xml" Id="R033606ac270d47ee" /><Relationship Type="http://schemas.openxmlformats.org/officeDocument/2006/relationships/notesMaster" Target="/ppt/notesMasters/notesMaster1.xml" Id="Rbbe155d7713244f7" /><Relationship Type="http://schemas.openxmlformats.org/officeDocument/2006/relationships/presProps" Target="/ppt/presProps.xml" Id="R733cd6681aba40a9" /><Relationship Type="http://schemas.openxmlformats.org/officeDocument/2006/relationships/viewProps" Target="/ppt/viewProps.xml" Id="Rda4ac12124f24b24" /><Relationship Type="http://schemas.openxmlformats.org/officeDocument/2006/relationships/tableStyles" Target="/ppt/tableStyles.xml" Id="Re479fcf66ef74f0a" /><Relationship Type="http://schemas.openxmlformats.org/officeDocument/2006/relationships/slide" Target="/ppt/slides/slide1.xml" Id="Rf10502b8cad44f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fa0ed28af9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86aa8433a443c" /><Relationship Type="http://schemas.openxmlformats.org/officeDocument/2006/relationships/notesMaster" Target="/ppt/notesMasters/notesMaster1.xml" Id="Re09aa17102ef4f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7a3f993434f0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27ea7dda9b48bb" /><Relationship Type="http://schemas.openxmlformats.org/officeDocument/2006/relationships/slideLayout" Target="/ppt/slideLayouts/slideLayout2.xml" Id="Rd0831afe97bb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31afe97bb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9f9d550684f19" /><Relationship Type="http://schemas.openxmlformats.org/officeDocument/2006/relationships/notesSlide" Target="/ppt/notesSlides/notesSlide1.xml" Id="R80907a27e2f64a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E3B11-17E3-4436-AED9-CBD3C4E3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23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F172A"/>
                </a:solidFill>
              </a:defRPr>
            </a:pPr>
            <a:r>
              <a:rPr sz="5400" b="1">
                <a:solidFill>
                  <a:srgbClr val="0F172A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895403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2026-05-13T13:16:46.5730000Z</dcterms:created>
  <dcterms:modified xsi:type="dcterms:W3CDTF">2026-05-13T13:16:46.5730000Z</dcterms:modified>
</coreProperties>
</file>